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5" r:id="rId6"/>
    <p:sldId id="264" r:id="rId7"/>
    <p:sldId id="258" r:id="rId8"/>
    <p:sldId id="259" r:id="rId9"/>
    <p:sldId id="260" r:id="rId10"/>
    <p:sldId id="261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245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2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28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62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37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96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78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77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90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2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759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0398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609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73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910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98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44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839E75B-49F9-458D-96F1-834CCF360CC0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9A8CED0-9770-4BFB-9B4C-62F9D63348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508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145F1-0CBF-3C09-3B73-FA2EECDFC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200" dirty="0">
                <a:effectLst/>
              </a:rPr>
              <a:t>Разработка программного модуля для формирования паспорта компьютера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450D5B-57DE-CE34-9532-BBF4005E1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289" y="4353080"/>
            <a:ext cx="4992095" cy="1935709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Беляев Данил Игоревич</a:t>
            </a:r>
          </a:p>
          <a:p>
            <a:pPr algn="l"/>
            <a:r>
              <a:rPr lang="ru-RU" dirty="0"/>
              <a:t>Группа</a:t>
            </a:r>
            <a:r>
              <a:rPr lang="en-US" dirty="0"/>
              <a:t>:</a:t>
            </a:r>
            <a:r>
              <a:rPr lang="ru-RU" dirty="0"/>
              <a:t> 22п-1</a:t>
            </a:r>
          </a:p>
          <a:p>
            <a:pPr algn="l"/>
            <a:r>
              <a:rPr lang="ru-RU" dirty="0"/>
              <a:t>Специальность</a:t>
            </a:r>
            <a:r>
              <a:rPr lang="en-US" dirty="0"/>
              <a:t>: </a:t>
            </a:r>
            <a:r>
              <a:rPr lang="ru-RU" dirty="0"/>
              <a:t>09.02.07 Информационные системы и программирование</a:t>
            </a:r>
            <a:br>
              <a:rPr lang="ru-RU" dirty="0"/>
            </a:br>
            <a:r>
              <a:rPr lang="ru-RU" dirty="0"/>
              <a:t>Руководитель</a:t>
            </a:r>
            <a:r>
              <a:rPr lang="en-US" dirty="0"/>
              <a:t>: </a:t>
            </a:r>
            <a:r>
              <a:rPr lang="ru-RU" dirty="0"/>
              <a:t>Пентин Николай Сергеевич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ECEFD-1F2B-BC04-0A43-AEE87580EB61}"/>
              </a:ext>
            </a:extLst>
          </p:cNvPr>
          <p:cNvSpPr txBox="1"/>
          <p:nvPr/>
        </p:nvSpPr>
        <p:spPr>
          <a:xfrm>
            <a:off x="2044490" y="569211"/>
            <a:ext cx="8092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ru-RU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/>
            <a:r>
              <a:rPr lang="ru-RU" altLang="ru-RU" dirty="0"/>
              <a:t>«Слободской колледж педагогики и социальных отношений»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232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9B939-E0F0-AC97-5B95-247ED96D3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Введение 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3E494-CBFA-FB3E-06ED-98FB9BB3855D}"/>
              </a:ext>
            </a:extLst>
          </p:cNvPr>
          <p:cNvSpPr txBox="1"/>
          <p:nvPr/>
        </p:nvSpPr>
        <p:spPr>
          <a:xfrm>
            <a:off x="502920" y="1865376"/>
            <a:ext cx="2651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Актуальность:</a:t>
            </a:r>
          </a:p>
          <a:p>
            <a:br>
              <a:rPr lang="ru-RU" dirty="0"/>
            </a:br>
            <a:r>
              <a:rPr lang="ru-RU" dirty="0"/>
              <a:t>Необходимость быстрого и стандартизированного учёта конфигурации парка ПК для аудита и управления.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8F80C-2641-6040-3D4C-9482C5B87D24}"/>
              </a:ext>
            </a:extLst>
          </p:cNvPr>
          <p:cNvSpPr txBox="1"/>
          <p:nvPr/>
        </p:nvSpPr>
        <p:spPr>
          <a:xfrm>
            <a:off x="3296798" y="1865376"/>
            <a:ext cx="2651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Платформа:</a:t>
            </a:r>
          </a:p>
          <a:p>
            <a:br>
              <a:rPr lang="ru-RU" dirty="0"/>
            </a:br>
            <a:r>
              <a:rPr lang="en-US" dirty="0"/>
              <a:t>.NET Framework, C#, WPF (Windows Presentation Foundation)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D3215-A870-2459-CFF2-364D46C77811}"/>
              </a:ext>
            </a:extLst>
          </p:cNvPr>
          <p:cNvSpPr txBox="1"/>
          <p:nvPr/>
        </p:nvSpPr>
        <p:spPr>
          <a:xfrm>
            <a:off x="6243442" y="1865376"/>
            <a:ext cx="2651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Цель:</a:t>
            </a:r>
          </a:p>
          <a:p>
            <a:br>
              <a:rPr lang="ru-RU" dirty="0"/>
            </a:br>
            <a:r>
              <a:rPr lang="ru-RU" dirty="0"/>
              <a:t>Разработка ПО для автоматизированного формирования электронного «Паспорта компьютера».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2E831-1701-7935-DA3A-A90C24ADE1E2}"/>
              </a:ext>
            </a:extLst>
          </p:cNvPr>
          <p:cNvSpPr txBox="1"/>
          <p:nvPr/>
        </p:nvSpPr>
        <p:spPr>
          <a:xfrm>
            <a:off x="9037320" y="1865376"/>
            <a:ext cx="2651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Задачи:</a:t>
            </a:r>
          </a:p>
          <a:p>
            <a:br>
              <a:rPr lang="ru-RU" dirty="0"/>
            </a:br>
            <a:r>
              <a:rPr lang="ru-RU" dirty="0"/>
              <a:t>Анализ предметной области (WMI, реестр).</a:t>
            </a:r>
          </a:p>
          <a:p>
            <a:r>
              <a:rPr lang="ru-RU" dirty="0"/>
              <a:t>Проектирование и разработка системы.</a:t>
            </a:r>
          </a:p>
          <a:p>
            <a:r>
              <a:rPr lang="ru-RU" dirty="0"/>
              <a:t>Реализация сбора, экспорта и сравнения данных.</a:t>
            </a:r>
          </a:p>
          <a:p>
            <a:r>
              <a:rPr lang="ru-RU" dirty="0"/>
              <a:t>Тестирование и документирование.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958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089F8-35D5-95BF-04C7-B4C8B9CC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Анализ предметной области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B8B0E-AB63-AC45-AD9F-6197684DD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dirty="0">
                <a:effectLst/>
              </a:rPr>
              <a:t>Основные процессы, автоматизируемые программой:</a:t>
            </a:r>
          </a:p>
          <a:p>
            <a:r>
              <a:rPr lang="ru-RU" dirty="0">
                <a:effectLst/>
              </a:rPr>
              <a:t>Настройка сбора информации.</a:t>
            </a:r>
          </a:p>
          <a:p>
            <a:r>
              <a:rPr lang="ru-RU" dirty="0">
                <a:effectLst/>
              </a:rPr>
              <a:t>Сбор данных через WMI и реестр.</a:t>
            </a:r>
          </a:p>
          <a:p>
            <a:r>
              <a:rPr lang="ru-RU" dirty="0">
                <a:effectLst/>
              </a:rPr>
              <a:t>Формирование структуры паспорта.</a:t>
            </a:r>
          </a:p>
          <a:p>
            <a:r>
              <a:rPr lang="ru-RU" dirty="0">
                <a:effectLst/>
              </a:rPr>
              <a:t>Экспорт в файл.</a:t>
            </a:r>
          </a:p>
          <a:p>
            <a:r>
              <a:rPr lang="ru-RU" dirty="0">
                <a:effectLst/>
              </a:rPr>
              <a:t>Сравнение двух паспортов.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03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E5F74-4257-1D17-E2F5-A2A7C5A32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Анализ предметной области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E9F935-5A79-73F6-B0D2-BBD9B7C5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Учёт изменений:</a:t>
            </a:r>
            <a:r>
              <a:rPr lang="ru-RU" dirty="0">
                <a:effectLst/>
              </a:rPr>
              <a:t> Отслеживание изменений аппаратной и программной части.</a:t>
            </a:r>
          </a:p>
          <a:p>
            <a:r>
              <a:rPr lang="ru-RU" b="1" dirty="0">
                <a:effectLst/>
              </a:rPr>
              <a:t>Обработка ошибок:</a:t>
            </a:r>
            <a:r>
              <a:rPr lang="ru-RU" dirty="0">
                <a:effectLst/>
              </a:rPr>
              <a:t> Реакция на отсутствие прав, недоступность WMI, проблемы с диском.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892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8162B-64CE-0597-4CB5-1832494F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5" name="Объект 4" descr="Изображение выглядит как текст, диаграмма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A633C5-EAD1-6BC5-8E65-3CA1A3F06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831" y="1731963"/>
            <a:ext cx="7518813" cy="4059237"/>
          </a:xfrm>
        </p:spPr>
      </p:pic>
    </p:spTree>
    <p:extLst>
      <p:ext uri="{BB962C8B-B14F-4D97-AF65-F5344CB8AC3E}">
        <p14:creationId xmlns:p14="http://schemas.microsoft.com/office/powerpoint/2010/main" val="398147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AC76D-1F31-0059-25EB-CE225200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Программы-аналоги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C95E8-068A-D0ED-D5AF-EADA44752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b="1" dirty="0">
                <a:effectLst/>
              </a:rPr>
              <a:t>Belarc Advisor, Speccy, AIDA64 и др.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Общие плюсы аналогов:</a:t>
            </a:r>
            <a:r>
              <a:rPr lang="ru-RU" dirty="0">
                <a:effectLst/>
              </a:rPr>
              <a:t> Глубокая диагностика, детализация.</a:t>
            </a:r>
          </a:p>
          <a:p>
            <a:r>
              <a:rPr lang="ru-RU" b="1" dirty="0">
                <a:effectLst/>
              </a:rPr>
              <a:t>Общие минусы аналогов:</a:t>
            </a:r>
            <a:r>
              <a:rPr lang="ru-RU" dirty="0">
                <a:effectLst/>
              </a:rPr>
              <a:t> Нет акцента на единый документ "паспорт", часто нет функции сравнения, нет встроенного учёта инвентарных номеров.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988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EC265-34EF-6F91-8898-407F7310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Основные функции (1)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620D5D-85C4-3C3C-03C5-89C014A1D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Учёт аппаратной конфигурации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Сбор данных о процессоре, памяти, дисках, видеокарте, сети.</a:t>
            </a:r>
          </a:p>
          <a:p>
            <a:r>
              <a:rPr lang="ru-RU" b="1" dirty="0">
                <a:effectLst/>
              </a:rPr>
              <a:t>Учёт программного обеспечения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Сбор данных об ОС и всех установленных программах.</a:t>
            </a:r>
          </a:p>
          <a:p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8291B7-580A-B26D-0DB9-CC3E7F9CA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5" y="3320278"/>
            <a:ext cx="5133900" cy="333325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AF5B82-0472-1B6E-6B99-0CCF586A1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935" y="3320278"/>
            <a:ext cx="5988452" cy="33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4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D9AC7-D0E8-C487-1EC9-CD93E2BE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Основные функции (2)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FEB93-3CCB-ACA0-3FBC-9B176EBA6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Учёт по инвентарным номерам</a:t>
            </a:r>
            <a:br>
              <a:rPr lang="ru-RU" dirty="0"/>
            </a:br>
            <a:r>
              <a:rPr lang="ru-RU" dirty="0">
                <a:effectLst/>
              </a:rPr>
              <a:t>Ввод и сохранение инвентарного номера для идентификации ПК.</a:t>
            </a:r>
          </a:p>
          <a:p>
            <a:r>
              <a:rPr lang="ru-RU" b="1" dirty="0">
                <a:effectLst/>
              </a:rPr>
              <a:t>Экспорт данных</a:t>
            </a:r>
            <a:br>
              <a:rPr lang="ru-RU" dirty="0"/>
            </a:br>
            <a:r>
              <a:rPr lang="ru-RU" dirty="0">
                <a:effectLst/>
              </a:rPr>
              <a:t>Поддержка форматов: HTML (просмотр), PDF (документ), JSON (сравнение).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6E87F2-0140-FAE8-4EF2-3DD6353C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4019237"/>
            <a:ext cx="4963218" cy="222916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018594-DBBD-5FF8-2469-B4DEC2454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038" y="4019236"/>
            <a:ext cx="591649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6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C345A-B3C6-3697-84C3-C4D7873B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effectLst/>
              </a:rPr>
              <a:t>Сравнение паспортов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B6336-6F04-229B-8575-A8150312A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Загрузка старого JSON-паспорта для наглядного выявления изменений в конфигурации (добавлено, удалено, изменено)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954B9E-0DA2-6D64-0EE4-D6E41A4F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892" y="2552880"/>
            <a:ext cx="7973568" cy="418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6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76A8E-244E-9DF5-C043-85AFFBC8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Тестирование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90B0B4-2110-6616-966E-6C0172A9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Проведено комплексное тестирование (12+ тестов).</a:t>
            </a:r>
          </a:p>
          <a:p>
            <a:r>
              <a:rPr lang="ru-RU" b="1" dirty="0">
                <a:effectLst/>
              </a:rPr>
              <a:t>Результат:</a:t>
            </a:r>
            <a:r>
              <a:rPr lang="ru-RU" dirty="0">
                <a:effectLst/>
              </a:rPr>
              <a:t> Все функции работают корректно.</a:t>
            </a:r>
          </a:p>
          <a:p>
            <a:r>
              <a:rPr lang="ru-RU" b="1" dirty="0">
                <a:effectLst/>
              </a:rPr>
              <a:t>Надёжность:</a:t>
            </a:r>
            <a:r>
              <a:rPr lang="ru-RU" dirty="0">
                <a:effectLst/>
              </a:rPr>
              <a:t> Устойчивость к ошибкам ввода-вывода.</a:t>
            </a:r>
          </a:p>
          <a:p>
            <a:r>
              <a:rPr lang="ru-RU" b="1" dirty="0">
                <a:effectLst/>
              </a:rPr>
              <a:t>Производительность:</a:t>
            </a:r>
            <a:r>
              <a:rPr lang="ru-RU" dirty="0">
                <a:effectLst/>
              </a:rPr>
              <a:t> Сбор данных — 30-60 сек.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735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3A73E-9BD6-7FB8-8E2F-8AA91625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Интерфейс программы</a:t>
            </a:r>
            <a:endParaRPr lang="ru-RU" dirty="0"/>
          </a:p>
        </p:txBody>
      </p:sp>
      <p:pic>
        <p:nvPicPr>
          <p:cNvPr id="5" name="Объект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F1B893-1E27-E870-27B1-61DA73F57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013" y="1580050"/>
            <a:ext cx="9261973" cy="4990933"/>
          </a:xfrm>
        </p:spPr>
      </p:pic>
    </p:spTree>
    <p:extLst>
      <p:ext uri="{BB962C8B-B14F-4D97-AF65-F5344CB8AC3E}">
        <p14:creationId xmlns:p14="http://schemas.microsoft.com/office/powerpoint/2010/main" val="95305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835D7-416A-99F7-6F84-744FB694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D29CD4-60FC-09B2-15EF-7DF5CD616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67" y="609600"/>
            <a:ext cx="10570018" cy="5557659"/>
          </a:xfrm>
        </p:spPr>
      </p:pic>
    </p:spTree>
    <p:extLst>
      <p:ext uri="{BB962C8B-B14F-4D97-AF65-F5344CB8AC3E}">
        <p14:creationId xmlns:p14="http://schemas.microsoft.com/office/powerpoint/2010/main" val="2116037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AEA92D-61FE-9A75-AEC9-39BDD21D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75190-C2A3-D824-0832-AA5FFF16E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2235DC-FE37-F09D-4079-1956AF2D1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00" y="687754"/>
            <a:ext cx="10436352" cy="548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64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60416-ED42-824C-9A21-339D2672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0D6152-CBA0-9B31-ED60-965E7BE43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effectLst/>
              </a:rPr>
              <a:t>Цель достигнута.</a:t>
            </a:r>
            <a:r>
              <a:rPr lang="ru-RU" dirty="0">
                <a:effectLst/>
              </a:rPr>
              <a:t> Разработан готовый к использованию программный модуль.</a:t>
            </a:r>
          </a:p>
          <a:p>
            <a:r>
              <a:rPr lang="ru-RU" b="1">
                <a:effectLst/>
              </a:rPr>
              <a:t>Преимущества</a:t>
            </a:r>
            <a:r>
              <a:rPr lang="ru-RU" b="1" dirty="0">
                <a:effectLst/>
              </a:rPr>
              <a:t>:</a:t>
            </a:r>
            <a:r>
              <a:rPr lang="ru-RU" dirty="0">
                <a:effectLst/>
              </a:rPr>
              <a:t> Автоматизация, стандартизация, учёт номеров, сравнение </a:t>
            </a:r>
            <a:r>
              <a:rPr lang="ru-RU">
                <a:effectLst/>
              </a:rPr>
              <a:t>конфигураций.</a:t>
            </a:r>
            <a:endParaRPr lang="ru-RU" dirty="0">
              <a:effectLst/>
            </a:endParaRPr>
          </a:p>
          <a:p>
            <a:r>
              <a:rPr lang="ru-RU" b="1">
                <a:effectLst/>
              </a:rPr>
              <a:t>Практическая </a:t>
            </a:r>
            <a:r>
              <a:rPr lang="ru-RU" b="1" dirty="0">
                <a:effectLst/>
              </a:rPr>
              <a:t>ценность:</a:t>
            </a:r>
            <a:r>
              <a:rPr lang="ru-RU" dirty="0">
                <a:effectLst/>
              </a:rPr>
              <a:t> Применим для инвентаризации ПК в учебных заведениях и малом бизнесе.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2151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49</TotalTime>
  <Words>381</Words>
  <Application>Microsoft Office PowerPoint</Application>
  <PresentationFormat>Широкоэкранный</PresentationFormat>
  <Paragraphs>51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Calisto MT</vt:lpstr>
      <vt:lpstr>Wingdings 2</vt:lpstr>
      <vt:lpstr>Сланец</vt:lpstr>
      <vt:lpstr>Разработка программного модуля для формирования паспорта компьютера</vt:lpstr>
      <vt:lpstr>Введение </vt:lpstr>
      <vt:lpstr>Анализ предметной области</vt:lpstr>
      <vt:lpstr>Анализ предметной области</vt:lpstr>
      <vt:lpstr>Диаграмма вариантов использования</vt:lpstr>
      <vt:lpstr>Программы-аналоги</vt:lpstr>
      <vt:lpstr>Основные функции (1) </vt:lpstr>
      <vt:lpstr>Основные функции (2)</vt:lpstr>
      <vt:lpstr>Сравнение паспортов</vt:lpstr>
      <vt:lpstr>Тестирование</vt:lpstr>
      <vt:lpstr>Интерфейс программы</vt:lpstr>
      <vt:lpstr>Презентация PowerPoint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 Belyaev</dc:creator>
  <cp:lastModifiedBy>Danil Belyaev</cp:lastModifiedBy>
  <cp:revision>4</cp:revision>
  <dcterms:created xsi:type="dcterms:W3CDTF">2025-12-11T21:43:46Z</dcterms:created>
  <dcterms:modified xsi:type="dcterms:W3CDTF">2025-12-11T22:43:42Z</dcterms:modified>
</cp:coreProperties>
</file>